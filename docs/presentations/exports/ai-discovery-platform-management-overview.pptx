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123444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Discovery Platform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94944" y="1993392"/>
            <a:ext cx="6217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CE7F8"/>
                </a:solidFill>
              </a:rPr>
              <a:t>??????????? ????????? ?????????? Discovery ? ??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13232" y="2880360"/>
            <a:ext cx="73152" cy="73152"/>
          </a:xfrm>
          <a:prstGeom prst="ellipse">
            <a:avLst/>
          </a:prstGeom>
          <a:solidFill>
            <a:srgbClr val="DCE7F8"/>
          </a:solidFill>
          <a:ln w="12700">
            <a:solidFill>
              <a:srgbClr val="DCE7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2825496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?????? workspace ?? ????????? ?? ?????????? ??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13232" y="3319272"/>
            <a:ext cx="73152" cy="73152"/>
          </a:xfrm>
          <a:prstGeom prst="ellipse">
            <a:avLst/>
          </a:prstGeom>
          <a:solidFill>
            <a:srgbClr val="DCE7F8"/>
          </a:solidFill>
          <a:ln w="12700">
            <a:solidFill>
              <a:srgbClr val="DCE7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3264408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AI-????????? ?? ?????? Discovery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13232" y="3758184"/>
            <a:ext cx="73152" cy="73152"/>
          </a:xfrm>
          <a:prstGeom prst="ellipse">
            <a:avLst/>
          </a:prstGeom>
          <a:solidFill>
            <a:srgbClr val="DCE7F8"/>
          </a:solidFill>
          <a:ln w="12700">
            <a:solidFill>
              <a:srgbClr val="DCE7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3703320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Traceability ?? ?????????? ? ??????????? ??????????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0" y="1234440"/>
            <a:ext cx="3840480" cy="3840480"/>
          </a:xfrm>
          <a:prstGeom prst="arc">
            <a:avLst/>
          </a:prstGeom>
          <a:noFill/>
          <a:ln w="12700">
            <a:solidFill>
              <a:srgbClr val="0EA5E9">
                <a:alpha val="9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95160" y="2761488"/>
            <a:ext cx="8686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86600" y="2843784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0" y="2761488"/>
            <a:ext cx="8686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8160" y="2843784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098280" y="2761488"/>
            <a:ext cx="8686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89720" y="2843784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149840" y="2761488"/>
            <a:ext cx="8686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41280" y="2843784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BT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49440" y="365760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E7F8"/>
                </a:solidFill>
              </a:rPr>
              <a:t>??????????? Discovery ? ??????????? ??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28600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9784080" y="22860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Discovery Platform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Discovery ?????? ??????????????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76656" y="1353312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???????? ????????, ?????????? ?????????? ???????, traceability ?? ?????????? ???????????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58368" y="1965960"/>
            <a:ext cx="73152" cy="73152"/>
          </a:xfrm>
          <a:prstGeom prst="ellipse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911096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????????? ?????????? ?? ??????, ???????, Confluence, Jira/Trello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58368" y="2404872"/>
            <a:ext cx="73152" cy="73152"/>
          </a:xfrm>
          <a:prstGeom prst="ellipse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35000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?????????? ??????? ?? ?????? ????????????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58368" y="2843784"/>
            <a:ext cx="73152" cy="73152"/>
          </a:xfrm>
          <a:prstGeom prst="ellipse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78892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?????? ????????, ?? ??? ???????? ?????? AI/?????????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537960" y="1417320"/>
            <a:ext cx="507492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69480" y="3017520"/>
            <a:ext cx="822960" cy="822960"/>
          </a:xfrm>
          <a:prstGeom prst="roundRect">
            <a:avLst>
              <a:gd name="adj" fmla="val 8889"/>
            </a:avLst>
          </a:prstGeom>
          <a:solidFill>
            <a:srgbClr val="ECFDF3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60920" y="3099816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MVP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75320" y="3017520"/>
            <a:ext cx="822960" cy="822960"/>
          </a:xfrm>
          <a:prstGeom prst="roundRect">
            <a:avLst>
              <a:gd name="adj" fmla="val 8889"/>
            </a:avLst>
          </a:prstGeom>
          <a:solidFill>
            <a:srgbClr val="ECFDF3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66760" y="3099816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281160" y="3017520"/>
            <a:ext cx="822960" cy="822960"/>
          </a:xfrm>
          <a:prstGeom prst="roundRect">
            <a:avLst>
              <a:gd name="adj" fmla="val 8889"/>
            </a:avLst>
          </a:prstGeom>
          <a:solidFill>
            <a:srgbClr val="EAF2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72600" y="3099816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Backlog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287000" y="3017520"/>
            <a:ext cx="822960" cy="822960"/>
          </a:xfrm>
          <a:prstGeom prst="roundRect">
            <a:avLst>
              <a:gd name="adj" fmla="val 8889"/>
            </a:avLst>
          </a:prstGeom>
          <a:solidFill>
            <a:srgbClr val="EAF2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378440" y="3099816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28600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9784080" y="22860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Discovery Platform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?????? ??????? ???????????? Discovery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76656" y="1353312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????????? ????????? ????????? ?? ????????? ? ????????, ????, ??????????? ? ?????????? ??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58368" y="1965960"/>
            <a:ext cx="73152" cy="73152"/>
          </a:xfrm>
          <a:prstGeom prst="ellipse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911096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???????? ?? ?????? ?????, ???????????? ???????????? ?????????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58368" y="2404872"/>
            <a:ext cx="73152" cy="73152"/>
          </a:xfrm>
          <a:prstGeom prst="ellipse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35000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????????? ??????????????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58368" y="2843784"/>
            <a:ext cx="73152" cy="73152"/>
          </a:xfrm>
          <a:prstGeom prst="ellipse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78892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DOCX export ????????? ???????? ????????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537960" y="1417320"/>
            <a:ext cx="507492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0" y="2834640"/>
            <a:ext cx="832104" cy="594360"/>
          </a:xfrm>
          <a:prstGeom prst="roundRect">
            <a:avLst>
              <a:gd name="adj" fmla="val 12308"/>
            </a:avLst>
          </a:prstGeom>
          <a:solidFill>
            <a:srgbClr val="EAF2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0" y="2916936"/>
            <a:ext cx="649224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17536" y="2834640"/>
            <a:ext cx="832104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08976" y="2916936"/>
            <a:ext cx="649224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577072" y="2834640"/>
            <a:ext cx="832104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68512" y="2916936"/>
            <a:ext cx="649224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436608" y="2834640"/>
            <a:ext cx="832104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28048" y="2916936"/>
            <a:ext cx="649224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0296144" y="2834640"/>
            <a:ext cx="832104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387584" y="2916936"/>
            <a:ext cx="649224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BT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15200" y="3136392"/>
            <a:ext cx="1042416" cy="0"/>
          </a:xfrm>
          <a:prstGeom prst="line">
            <a:avLst/>
          </a:prstGeom>
          <a:noFill/>
          <a:ln w="12700">
            <a:solidFill>
              <a:srgbClr val="2457D6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174736" y="3136392"/>
            <a:ext cx="1042416" cy="0"/>
          </a:xfrm>
          <a:prstGeom prst="line">
            <a:avLst/>
          </a:prstGeom>
          <a:noFill/>
          <a:ln w="12700">
            <a:solidFill>
              <a:srgbClr val="2457D6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034272" y="3136392"/>
            <a:ext cx="1042416" cy="0"/>
          </a:xfrm>
          <a:prstGeom prst="line">
            <a:avLst/>
          </a:prstGeom>
          <a:noFill/>
          <a:ln w="12700">
            <a:solidFill>
              <a:srgbClr val="2457D6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893808" y="3136392"/>
            <a:ext cx="1042416" cy="0"/>
          </a:xfrm>
          <a:prstGeom prst="line">
            <a:avLst/>
          </a:prstGeom>
          <a:noFill/>
          <a:ln w="12700">
            <a:solidFill>
              <a:srgbClr val="2457D6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28600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9784080" y="22860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Discovery Platform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?????????????, ???????? ? ???????? ?????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76656" y="1353312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????????? ???????? Discovery ? ?????? ???????? ?????????? ?????????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58368" y="1965960"/>
            <a:ext cx="73152" cy="73152"/>
          </a:xfrm>
          <a:prstGeom prst="ellipse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911096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??????? ??????? ? ??????????????? ????????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58368" y="2404872"/>
            <a:ext cx="73152" cy="73152"/>
          </a:xfrm>
          <a:prstGeom prst="ellipse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35000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?????? ????? ???????? ??????????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58368" y="2843784"/>
            <a:ext cx="73152" cy="73152"/>
          </a:xfrm>
          <a:prstGeom prst="ellipse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78892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???????????? ?????????? ? readiness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58368" y="3282696"/>
            <a:ext cx="73152" cy="73152"/>
          </a:xfrm>
          <a:prstGeom prst="ellipse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322783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??????????? ??????? ?????? ?????? ????????????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537960" y="1417320"/>
            <a:ext cx="507492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40880" y="2148840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EAF2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0" y="2231136"/>
            <a:ext cx="1417320" cy="6126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052560" y="2148840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EAF2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0" y="2231136"/>
            <a:ext cx="1417320" cy="6126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040880" y="3474720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FFF7E6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0" y="3557016"/>
            <a:ext cx="1417320" cy="6126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052560" y="3474720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FFF7E6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0" y="3557016"/>
            <a:ext cx="1417320" cy="6126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28600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9784080" y="22860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Discovery Platform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Context ? Problem ? Goal ? Requirements ? Final BT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76656" y="1353312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?????? ???? ?????????? ?????????? ??? source of truth ? ????????? evidence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58368" y="1965960"/>
            <a:ext cx="73152" cy="73152"/>
          </a:xfrm>
          <a:prstGeom prst="ellipse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911096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 ????????? extracted knowledge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58368" y="2404872"/>
            <a:ext cx="73152" cy="73152"/>
          </a:xfrm>
          <a:prstGeom prst="ellipse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35000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? Goal grounded ?? ??????????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58368" y="2843784"/>
            <a:ext cx="73152" cy="73152"/>
          </a:xfrm>
          <a:prstGeom prst="ellipse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78892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Requirements ? Final BT ?????????? ?? ?????????????? artifacts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537960" y="1417320"/>
            <a:ext cx="507492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0" y="2834640"/>
            <a:ext cx="832104" cy="594360"/>
          </a:xfrm>
          <a:prstGeom prst="roundRect">
            <a:avLst>
              <a:gd name="adj" fmla="val 12308"/>
            </a:avLst>
          </a:prstGeom>
          <a:solidFill>
            <a:srgbClr val="EAF2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0" y="2916936"/>
            <a:ext cx="649224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17536" y="2834640"/>
            <a:ext cx="832104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08976" y="2916936"/>
            <a:ext cx="649224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577072" y="2834640"/>
            <a:ext cx="832104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68512" y="2916936"/>
            <a:ext cx="649224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436608" y="2834640"/>
            <a:ext cx="832104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28048" y="2916936"/>
            <a:ext cx="649224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0296144" y="2834640"/>
            <a:ext cx="832104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387584" y="2916936"/>
            <a:ext cx="649224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BT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15200" y="3136392"/>
            <a:ext cx="1042416" cy="0"/>
          </a:xfrm>
          <a:prstGeom prst="line">
            <a:avLst/>
          </a:prstGeom>
          <a:noFill/>
          <a:ln w="12700">
            <a:solidFill>
              <a:srgbClr val="2457D6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174736" y="3136392"/>
            <a:ext cx="1042416" cy="0"/>
          </a:xfrm>
          <a:prstGeom prst="line">
            <a:avLst/>
          </a:prstGeom>
          <a:noFill/>
          <a:ln w="12700">
            <a:solidFill>
              <a:srgbClr val="2457D6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034272" y="3136392"/>
            <a:ext cx="1042416" cy="0"/>
          </a:xfrm>
          <a:prstGeom prst="line">
            <a:avLst/>
          </a:prstGeom>
          <a:noFill/>
          <a:ln w="12700">
            <a:solidFill>
              <a:srgbClr val="2457D6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893808" y="3136392"/>
            <a:ext cx="1042416" cy="0"/>
          </a:xfrm>
          <a:prstGeom prst="line">
            <a:avLst/>
          </a:prstGeom>
          <a:noFill/>
          <a:ln w="12700">
            <a:solidFill>
              <a:srgbClr val="2457D6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28600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9784080" y="22860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Discovery Platform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??????????? MVP ? corporate target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76656" y="1353312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MVP ??? ????? frontend/backend/runtime/export, corporate contour ????????? LLM/RAG/IAM/audit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58368" y="1965960"/>
            <a:ext cx="73152" cy="73152"/>
          </a:xfrm>
          <a:prstGeom prst="ellipse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911096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React/Vite frontend ? FastAPI backend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58368" y="2404872"/>
            <a:ext cx="73152" cy="73152"/>
          </a:xfrm>
          <a:prstGeom prst="ellipse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35000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Runtime ? LLM Gateway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58368" y="2843784"/>
            <a:ext cx="73152" cy="73152"/>
          </a:xfrm>
          <a:prstGeom prst="ellipse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78892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SimpleRetriever ? Corporate RAG target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58368" y="3282696"/>
            <a:ext cx="73152" cy="73152"/>
          </a:xfrm>
          <a:prstGeom prst="ellipse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322783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DOCX Export Service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537960" y="1417320"/>
            <a:ext cx="507492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0" y="2011680"/>
            <a:ext cx="1280160" cy="530352"/>
          </a:xfrm>
          <a:prstGeom prst="roundRect">
            <a:avLst>
              <a:gd name="adj" fmla="val 13793"/>
            </a:avLst>
          </a:prstGeom>
          <a:solidFill>
            <a:srgbClr val="EAF2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2093976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React/Vite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595360" y="2011680"/>
            <a:ext cx="1280160" cy="530352"/>
          </a:xfrm>
          <a:prstGeom prst="roundRect">
            <a:avLst>
              <a:gd name="adj" fmla="val 13793"/>
            </a:avLst>
          </a:prstGeom>
          <a:solidFill>
            <a:srgbClr val="EAF2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0" y="2093976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595360" y="2926080"/>
            <a:ext cx="1417320" cy="530352"/>
          </a:xfrm>
          <a:prstGeom prst="roundRect">
            <a:avLst>
              <a:gd name="adj" fmla="val 13793"/>
            </a:avLst>
          </a:prstGeom>
          <a:solidFill>
            <a:srgbClr val="F2EE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0" y="3008376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Runtime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0241280" y="2926080"/>
            <a:ext cx="1280160" cy="530352"/>
          </a:xfrm>
          <a:prstGeom prst="roundRect">
            <a:avLst>
              <a:gd name="adj" fmla="val 13793"/>
            </a:avLst>
          </a:prstGeom>
          <a:solidFill>
            <a:srgbClr val="F2EE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332720" y="3008376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Gateway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366760" y="3977640"/>
            <a:ext cx="1920240" cy="530352"/>
          </a:xfrm>
          <a:prstGeom prst="roundRect">
            <a:avLst>
              <a:gd name="adj" fmla="val 13793"/>
            </a:avLst>
          </a:prstGeom>
          <a:solidFill>
            <a:srgbClr val="ECFDF3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58200" y="4059936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SQLite / Corporate DB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0287000" y="3977640"/>
            <a:ext cx="1234440" cy="530352"/>
          </a:xfrm>
          <a:prstGeom prst="roundRect">
            <a:avLst>
              <a:gd name="adj" fmla="val 13793"/>
            </a:avLst>
          </a:prstGeom>
          <a:solidFill>
            <a:srgbClr val="FFF7E6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378440" y="4059936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DOCX Export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229600" y="2276856"/>
            <a:ext cx="365760" cy="0"/>
          </a:xfrm>
          <a:prstGeom prst="line">
            <a:avLst/>
          </a:prstGeom>
          <a:noFill/>
          <a:ln w="12700">
            <a:solidFill>
              <a:srgbClr val="2457D6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235440" y="2542032"/>
            <a:ext cx="0" cy="384048"/>
          </a:xfrm>
          <a:prstGeom prst="line">
            <a:avLst/>
          </a:prstGeom>
          <a:noFill/>
          <a:ln w="12700">
            <a:solidFill>
              <a:srgbClr val="2457D6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0012680" y="3200400"/>
            <a:ext cx="228600" cy="0"/>
          </a:xfrm>
          <a:prstGeom prst="line">
            <a:avLst/>
          </a:prstGeom>
          <a:noFill/>
          <a:ln w="12700">
            <a:solidFill>
              <a:srgbClr val="2457D6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28600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9784080" y="22860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Discovery Platform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???????? ?????????? knowledge layer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76656" y="1353312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?????, ?????? ? ?????? ???????? ???????????? ? chunks, source_trace, coverage ? readiness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58368" y="1965960"/>
            <a:ext cx="73152" cy="73152"/>
          </a:xfrm>
          <a:prstGeom prst="ellipse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911096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Upload files ? links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58368" y="2404872"/>
            <a:ext cx="73152" cy="73152"/>
          </a:xfrm>
          <a:prstGeom prst="ellipse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35000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 extraction ? chunking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58368" y="2843784"/>
            <a:ext cx="73152" cy="73152"/>
          </a:xfrm>
          <a:prstGeom prst="ellipse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78892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ContextIngestionAgent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58368" y="3282696"/>
            <a:ext cx="73152" cy="73152"/>
          </a:xfrm>
          <a:prstGeom prst="ellipse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322783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Readiness ??? ???????? ? Problem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537960" y="1417320"/>
            <a:ext cx="507492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0" y="1920240"/>
            <a:ext cx="1600200" cy="530352"/>
          </a:xfrm>
          <a:prstGeom prst="roundRect">
            <a:avLst>
              <a:gd name="adj" fmla="val 13793"/>
            </a:avLst>
          </a:prstGeom>
          <a:solidFill>
            <a:srgbClr val="EAF2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2002536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949440" y="2834640"/>
            <a:ext cx="1600200" cy="530352"/>
          </a:xfrm>
          <a:prstGeom prst="roundRect">
            <a:avLst>
              <a:gd name="adj" fmla="val 13793"/>
            </a:avLst>
          </a:prstGeom>
          <a:solidFill>
            <a:srgbClr val="FFF7E6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2916936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 extraction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949440" y="3749040"/>
            <a:ext cx="1600200" cy="530352"/>
          </a:xfrm>
          <a:prstGeom prst="roundRect">
            <a:avLst>
              <a:gd name="adj" fmla="val 13793"/>
            </a:avLst>
          </a:prstGeom>
          <a:solidFill>
            <a:srgbClr val="EAF2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3831336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Chunks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372600" y="1920240"/>
            <a:ext cx="17373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64040" y="2002536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context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372600" y="2834640"/>
            <a:ext cx="1737360" cy="530352"/>
          </a:xfrm>
          <a:prstGeom prst="roundRect">
            <a:avLst>
              <a:gd name="adj" fmla="val 13793"/>
            </a:avLst>
          </a:prstGeom>
          <a:solidFill>
            <a:srgbClr val="F2EE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64040" y="2916936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 Agent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372600" y="3749040"/>
            <a:ext cx="17373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64040" y="3831336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Readiness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549640" y="3099816"/>
            <a:ext cx="822960" cy="0"/>
          </a:xfrm>
          <a:prstGeom prst="line">
            <a:avLst/>
          </a:prstGeom>
          <a:noFill/>
          <a:ln w="12700">
            <a:solidFill>
              <a:srgbClr val="2457D6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366760" y="4937760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ECFDF3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58200" y="5020056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 Artifact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28600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9784080" y="22860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Discovery Platform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Issue #75: ?????? ????? Corporate RAG ? Universal Parser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76656" y="1353312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?????? ?????? ?????????????? ?????????: ??????? corporate RAG, ????? controlled parser flow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58368" y="1965960"/>
            <a:ext cx="73152" cy="73152"/>
          </a:xfrm>
          <a:prstGeom prst="ellipse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911096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CorporateRagConnector ?????????? chunks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58368" y="2404872"/>
            <a:ext cx="73152" cy="73152"/>
          </a:xfrm>
          <a:prstGeom prst="ellipse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35000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UniversalLinkParser ????????? ????? ? ????????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58368" y="2843784"/>
            <a:ext cx="73152" cy="73152"/>
          </a:xfrm>
          <a:prstGeom prst="ellipse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78892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SSRF protection, allowlist, size limits, no executable files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537960" y="1417320"/>
            <a:ext cx="507492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49440" y="1920240"/>
            <a:ext cx="1600200" cy="530352"/>
          </a:xfrm>
          <a:prstGeom prst="roundRect">
            <a:avLst>
              <a:gd name="adj" fmla="val 13793"/>
            </a:avLst>
          </a:prstGeom>
          <a:solidFill>
            <a:srgbClr val="EAF2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0" y="2002536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949440" y="2834640"/>
            <a:ext cx="1600200" cy="530352"/>
          </a:xfrm>
          <a:prstGeom prst="roundRect">
            <a:avLst>
              <a:gd name="adj" fmla="val 13793"/>
            </a:avLst>
          </a:prstGeom>
          <a:solidFill>
            <a:srgbClr val="FFF7E6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2916936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controls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949440" y="3749040"/>
            <a:ext cx="1600200" cy="530352"/>
          </a:xfrm>
          <a:prstGeom prst="roundRect">
            <a:avLst>
              <a:gd name="adj" fmla="val 13793"/>
            </a:avLst>
          </a:prstGeom>
          <a:solidFill>
            <a:srgbClr val="EAF2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3831336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Corporate RAG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372600" y="1920240"/>
            <a:ext cx="17373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64040" y="2002536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372600" y="2834640"/>
            <a:ext cx="1737360" cy="530352"/>
          </a:xfrm>
          <a:prstGeom prst="roundRect">
            <a:avLst>
              <a:gd name="adj" fmla="val 13793"/>
            </a:avLst>
          </a:prstGeom>
          <a:solidFill>
            <a:srgbClr val="F2EE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64040" y="2916936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Universal Parser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372600" y="3749040"/>
            <a:ext cx="17373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64040" y="3831336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Attachments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549640" y="3099816"/>
            <a:ext cx="822960" cy="0"/>
          </a:xfrm>
          <a:prstGeom prst="line">
            <a:avLst/>
          </a:prstGeom>
          <a:noFill/>
          <a:ln w="12700">
            <a:solidFill>
              <a:srgbClr val="2457D6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366760" y="4937760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ECFDF3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58200" y="5020056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 Artifact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28600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9784080" y="22860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Discovery Platform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??????????, ???????????? ????????????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76656" y="1353312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??????? ???????? ??? ????????? ????????????, ????????? artifacts ??????????? ????????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58368" y="1965960"/>
            <a:ext cx="73152" cy="73152"/>
          </a:xfrm>
          <a:prstGeom prst="ellipse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911096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?????????? draft/patch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58368" y="2404872"/>
            <a:ext cx="73152" cy="73152"/>
          </a:xfrm>
          <a:prstGeom prst="ellipse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35000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???????????? ????????? ??? ???????????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58368" y="2843784"/>
            <a:ext cx="73152" cy="73152"/>
          </a:xfrm>
          <a:prstGeom prst="ellipse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78892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Downstream stages ?????????? stale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58368" y="3282696"/>
            <a:ext cx="73152" cy="73152"/>
          </a:xfrm>
          <a:prstGeom prst="ellipse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322783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????????? ??????????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537960" y="1417320"/>
            <a:ext cx="507492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0" y="2834640"/>
            <a:ext cx="1040130" cy="594360"/>
          </a:xfrm>
          <a:prstGeom prst="roundRect">
            <a:avLst>
              <a:gd name="adj" fmla="val 12308"/>
            </a:avLst>
          </a:prstGeom>
          <a:solidFill>
            <a:srgbClr val="EAF2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0" y="2916936"/>
            <a:ext cx="857250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draft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932420" y="2834640"/>
            <a:ext cx="104013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23860" y="2916936"/>
            <a:ext cx="857250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????????????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006840" y="2834640"/>
            <a:ext cx="104013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98280" y="2916936"/>
            <a:ext cx="857250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Artifact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0081260" y="2834640"/>
            <a:ext cx="104013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172700" y="2916936"/>
            <a:ext cx="857250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15200" y="3136392"/>
            <a:ext cx="1257300" cy="0"/>
          </a:xfrm>
          <a:prstGeom prst="line">
            <a:avLst/>
          </a:prstGeom>
          <a:noFill/>
          <a:ln w="12700">
            <a:solidFill>
              <a:srgbClr val="2457D6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389620" y="3136392"/>
            <a:ext cx="1257300" cy="0"/>
          </a:xfrm>
          <a:prstGeom prst="line">
            <a:avLst/>
          </a:prstGeom>
          <a:noFill/>
          <a:ln w="12700">
            <a:solidFill>
              <a:srgbClr val="2457D6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464040" y="3136392"/>
            <a:ext cx="1257300" cy="0"/>
          </a:xfrm>
          <a:prstGeom prst="line">
            <a:avLst/>
          </a:prstGeom>
          <a:noFill/>
          <a:ln w="12700">
            <a:solidFill>
              <a:srgbClr val="2457D6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28600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9784080" y="22860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Discovery Platform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Roadmap ?? 6?8 ?????? ?? pilot readiness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76656" y="1353312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???? ????????? architecture, context/RAG, security, UI, backend, QA ? ??????????????? artifacts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58368" y="1965960"/>
            <a:ext cx="73152" cy="73152"/>
          </a:xfrm>
          <a:prstGeom prst="ellipse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911096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docs before implementation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58368" y="2404872"/>
            <a:ext cx="73152" cy="73152"/>
          </a:xfrm>
          <a:prstGeom prst="ellipse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35000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before Universal Parser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58368" y="2843784"/>
            <a:ext cx="73152" cy="73152"/>
          </a:xfrm>
          <a:prstGeom prst="ellipse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78892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before release readiness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58368" y="3282696"/>
            <a:ext cx="73152" cy="73152"/>
          </a:xfrm>
          <a:prstGeom prst="ellipse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322783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Management presentation ??? delivery artifact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537960" y="1417320"/>
            <a:ext cx="507492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40880" y="2011680"/>
            <a:ext cx="3108960" cy="256032"/>
          </a:xfrm>
          <a:prstGeom prst="rect">
            <a:avLst/>
          </a:prstGeom>
          <a:solidFill>
            <a:srgbClr val="2457D6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0" y="197510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040880" y="2514600"/>
            <a:ext cx="3310128" cy="256032"/>
          </a:xfrm>
          <a:prstGeom prst="rect">
            <a:avLst/>
          </a:prstGeom>
          <a:solidFill>
            <a:srgbClr val="2457D6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0" y="247802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Context/RAG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040880" y="3017520"/>
            <a:ext cx="3511296" cy="256032"/>
          </a:xfrm>
          <a:prstGeom prst="rect">
            <a:avLst/>
          </a:prstGeom>
          <a:solidFill>
            <a:srgbClr val="6B4EFF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0" y="298094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040880" y="3520440"/>
            <a:ext cx="3712464" cy="256032"/>
          </a:xfrm>
          <a:prstGeom prst="rect">
            <a:avLst/>
          </a:prstGeom>
          <a:solidFill>
            <a:srgbClr val="6B4EFF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0" y="348386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UI/UX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040880" y="4023360"/>
            <a:ext cx="3913632" cy="256032"/>
          </a:xfrm>
          <a:prstGeom prst="rect">
            <a:avLst/>
          </a:prstGeom>
          <a:solidFill>
            <a:srgbClr val="138A4B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0" y="398678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040880" y="4526280"/>
            <a:ext cx="4114800" cy="256032"/>
          </a:xfrm>
          <a:prstGeom prst="rect">
            <a:avLst/>
          </a:prstGeom>
          <a:solidFill>
            <a:srgbClr val="138A4B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0" y="448970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28600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9784080" y="22860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Discovery Platform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???????? ????? ?????????? ????? gates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76656" y="1353312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??????? ????? ????????: LLM readiness, ????? ???????, prompt injection, SSRF, audit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58368" y="1965960"/>
            <a:ext cx="73152" cy="73152"/>
          </a:xfrm>
          <a:prstGeom prst="ellipse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911096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gate ??? provider/parser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58368" y="2404872"/>
            <a:ext cx="73152" cy="73152"/>
          </a:xfrm>
          <a:prstGeom prst="ellipse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35000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envelope ? API contract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58368" y="2843784"/>
            <a:ext cx="73152" cy="73152"/>
          </a:xfrm>
          <a:prstGeom prst="ellipse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78892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? access control ??? pilot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58368" y="3282696"/>
            <a:ext cx="73152" cy="73152"/>
          </a:xfrm>
          <a:prstGeom prst="ellipse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322783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Provider settings ??? ????????? secrets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537960" y="1417320"/>
            <a:ext cx="507492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40880" y="2148840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EAF2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0" y="2231136"/>
            <a:ext cx="1417320" cy="6126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052560" y="2148840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EAF2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0" y="2231136"/>
            <a:ext cx="1417320" cy="6126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040880" y="3474720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FFF7E6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0" y="3557016"/>
            <a:ext cx="1417320" cy="6126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052560" y="3474720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FFF7E6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0" y="3557016"/>
            <a:ext cx="1417320" cy="6126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28600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9784080" y="22860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Discovery Platform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???? ??????? MVP ? ???????????????? ??????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76656" y="1353312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????????? ??? ????? ??????? ??????? ? backlog ??? hardening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58368" y="1965960"/>
            <a:ext cx="73152" cy="73152"/>
          </a:xfrm>
          <a:prstGeom prst="ellipse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911096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MVP ??????????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58368" y="2404872"/>
            <a:ext cx="73152" cy="73152"/>
          </a:xfrm>
          <a:prstGeom prst="ellipse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35000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 stage ? LLM settings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58368" y="2843784"/>
            <a:ext cx="73152" cy="73152"/>
          </a:xfrm>
          <a:prstGeom prst="ellipse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78892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DOCX export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58368" y="3282696"/>
            <a:ext cx="73152" cy="73152"/>
          </a:xfrm>
          <a:prstGeom prst="ellipse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322783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??????? product agents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58368" y="3721608"/>
            <a:ext cx="73152" cy="73152"/>
          </a:xfrm>
          <a:prstGeom prst="ellipse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3666744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docs, backlog, Gantt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537960" y="1417320"/>
            <a:ext cx="507492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69480" y="3017520"/>
            <a:ext cx="822960" cy="822960"/>
          </a:xfrm>
          <a:prstGeom prst="roundRect">
            <a:avLst>
              <a:gd name="adj" fmla="val 8889"/>
            </a:avLst>
          </a:prstGeom>
          <a:solidFill>
            <a:srgbClr val="ECFDF3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60920" y="3099816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MVP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75320" y="3017520"/>
            <a:ext cx="822960" cy="822960"/>
          </a:xfrm>
          <a:prstGeom prst="roundRect">
            <a:avLst>
              <a:gd name="adj" fmla="val 8889"/>
            </a:avLst>
          </a:prstGeom>
          <a:solidFill>
            <a:srgbClr val="ECFDF3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66760" y="3099816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281160" y="3017520"/>
            <a:ext cx="822960" cy="822960"/>
          </a:xfrm>
          <a:prstGeom prst="roundRect">
            <a:avLst>
              <a:gd name="adj" fmla="val 8889"/>
            </a:avLst>
          </a:prstGeom>
          <a:solidFill>
            <a:srgbClr val="EAF2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72600" y="3099816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Backlog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0287000" y="3017520"/>
            <a:ext cx="822960" cy="822960"/>
          </a:xfrm>
          <a:prstGeom prst="roundRect">
            <a:avLst>
              <a:gd name="adj" fmla="val 8889"/>
            </a:avLst>
          </a:prstGeom>
          <a:solidFill>
            <a:srgbClr val="EAF2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378440" y="3099816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28600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9784080" y="22860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Discovery Platform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??????? corporate pilot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76656" y="1353312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??? ?????? ????? ????????????? ??????????, ???????????? ? ???????? ??????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58368" y="1965960"/>
            <a:ext cx="73152" cy="73152"/>
          </a:xfrm>
          <a:prstGeom prst="ellipse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911096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Corporate LLM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58368" y="2404872"/>
            <a:ext cx="73152" cy="73152"/>
          </a:xfrm>
          <a:prstGeom prst="ellipse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35000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Corporate RAG API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58368" y="2843784"/>
            <a:ext cx="73152" cy="73152"/>
          </a:xfrm>
          <a:prstGeom prst="ellipse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78892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approval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58368" y="3282696"/>
            <a:ext cx="73152" cy="73152"/>
          </a:xfrm>
          <a:prstGeom prst="ellipse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322783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????/???????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58368" y="3721608"/>
            <a:ext cx="73152" cy="73152"/>
          </a:xfrm>
          <a:prstGeom prst="ellipse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3666744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data ? pilot team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537960" y="1417320"/>
            <a:ext cx="507492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69480" y="3017520"/>
            <a:ext cx="822960" cy="822960"/>
          </a:xfrm>
          <a:prstGeom prst="roundRect">
            <a:avLst>
              <a:gd name="adj" fmla="val 8889"/>
            </a:avLst>
          </a:prstGeom>
          <a:solidFill>
            <a:srgbClr val="ECFDF3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60920" y="3099816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MVP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75320" y="3017520"/>
            <a:ext cx="822960" cy="822960"/>
          </a:xfrm>
          <a:prstGeom prst="roundRect">
            <a:avLst>
              <a:gd name="adj" fmla="val 8889"/>
            </a:avLst>
          </a:prstGeom>
          <a:solidFill>
            <a:srgbClr val="ECFDF3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66760" y="3099816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281160" y="3017520"/>
            <a:ext cx="822960" cy="822960"/>
          </a:xfrm>
          <a:prstGeom prst="roundRect">
            <a:avLst>
              <a:gd name="adj" fmla="val 8889"/>
            </a:avLst>
          </a:prstGeom>
          <a:solidFill>
            <a:srgbClr val="EAF2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72600" y="3099816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Backlog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0287000" y="3017520"/>
            <a:ext cx="822960" cy="822960"/>
          </a:xfrm>
          <a:prstGeom prst="roundRect">
            <a:avLst>
              <a:gd name="adj" fmla="val 8889"/>
            </a:avLst>
          </a:prstGeom>
          <a:solidFill>
            <a:srgbClr val="EAF2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378440" y="3099816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28600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9784080" y="22860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Discovery Platform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???????, ??????? ????? ?? ???????????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76656" y="1353312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????? ??????????? roadmap, corporate RAG contract, pilot use case ? hardening backlog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58368" y="1965960"/>
            <a:ext cx="73152" cy="73152"/>
          </a:xfrm>
          <a:prstGeom prst="ellipse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911096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??????????? roadmap 6?8 ??????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58368" y="2404872"/>
            <a:ext cx="73152" cy="73152"/>
          </a:xfrm>
          <a:prstGeom prst="ellipse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35000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??????????? corporate RAG contract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58368" y="2843784"/>
            <a:ext cx="73152" cy="73152"/>
          </a:xfrm>
          <a:prstGeom prst="ellipse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78892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??????? pilot use case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58368" y="3282696"/>
            <a:ext cx="73152" cy="73152"/>
          </a:xfrm>
          <a:prstGeom prst="ellipse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322783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????????? hardening backlog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537960" y="1417320"/>
            <a:ext cx="507492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69480" y="3017520"/>
            <a:ext cx="822960" cy="822960"/>
          </a:xfrm>
          <a:prstGeom prst="roundRect">
            <a:avLst>
              <a:gd name="adj" fmla="val 8889"/>
            </a:avLst>
          </a:prstGeom>
          <a:solidFill>
            <a:srgbClr val="ECFDF3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60920" y="3099816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MVP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75320" y="3017520"/>
            <a:ext cx="822960" cy="822960"/>
          </a:xfrm>
          <a:prstGeom prst="roundRect">
            <a:avLst>
              <a:gd name="adj" fmla="val 8889"/>
            </a:avLst>
          </a:prstGeom>
          <a:solidFill>
            <a:srgbClr val="ECFDF3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66760" y="3099816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281160" y="3017520"/>
            <a:ext cx="822960" cy="822960"/>
          </a:xfrm>
          <a:prstGeom prst="roundRect">
            <a:avLst>
              <a:gd name="adj" fmla="val 8889"/>
            </a:avLst>
          </a:prstGeom>
          <a:solidFill>
            <a:srgbClr val="EAF2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72600" y="3099816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Backlog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0287000" y="3017520"/>
            <a:ext cx="822960" cy="822960"/>
          </a:xfrm>
          <a:prstGeom prst="roundRect">
            <a:avLst>
              <a:gd name="adj" fmla="val 8889"/>
            </a:avLst>
          </a:prstGeom>
          <a:solidFill>
            <a:srgbClr val="EAF2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378440" y="3099816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AI Discovery Platform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Discovery Platform</dc:title>
  <dc:subject>?????????????? ??????????? AI Discovery Platform</dc:subject>
  <dc:creator>AI Discovery Platform</dc:creator>
  <cp:lastModifiedBy>AI Discovery Platform</cp:lastModifiedBy>
  <cp:revision>1</cp:revision>
  <dcterms:created xsi:type="dcterms:W3CDTF">2026-05-21T20:51:36Z</dcterms:created>
  <dcterms:modified xsi:type="dcterms:W3CDTF">2026-05-21T20:51:36Z</dcterms:modified>
</cp:coreProperties>
</file>